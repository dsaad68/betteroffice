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Review layou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pPr algn="l">
              <a:defRPr sz="2400">
                <a:solidFill>
                  <a:srgbClr val="0070C0"/>
                </a:solidFill>
              </a:defRPr>
            </a:pPr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 sz="1600">
                <a:solidFill>
                  <a:srgbClr val="C00000"/>
                </a:solidFill>
              </a:defRPr>
            </a:pPr>
            <a:endParaRPr lang="en-US"/>
          </a:p>
        </p:txBody>
      </p:sp>
      <p:sp>
        <p:nvSpPr>
          <p:cNvPr id="4" name="Body 2"/>
          <p:cNvSpPr>
            <a:spLocks noGrp="1"/>
          </p:cNvSpPr>
          <p:nvPr>
            <p:ph type="body" idx="2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 sz="1600"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solidFill>
            <a:srgbClr val="595959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eme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r>
              <a:t>fontRef lt1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rgb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0000"/>
          </a:fontRef>
        </p:style>
        <p:txBody>
          <a:bodyPr/>
          <a:p>
            <a:r>
              <a:t>fontRef FF0000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un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>
                <a:solidFill>
                  <a:srgbClr val="00B050"/>
                </a:solidFill>
              </a:rPr>
              <a:t>run 00B050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agraph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>
                <a:solidFill>
                  <a:srgbClr val="0070C0"/>
                </a:solidFill>
              </a:defRPr>
            </a:pPr>
            <a:r>
              <a:t>paragraph 0070C0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title"/>
          </p:nvPr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r>
              <a:t>layout title 0070C0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mpty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>
            <a:r>
              <a:t>fontRef without colour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in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txBody>
          <a:bodyPr/>
          <a:p>
            <a:r>
              <a:t>no style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ceholder-default"/>
          <p:cNvSpPr/>
          <p:nvPr>
            <p:ph type="body" idx="2"/>
          </p:nvPr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r>
              <a:t>layout body without colour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iew">
  <a:themeElements>
    <a:clrScheme name="Review">
      <a:dk1>
        <a:sysClr val="windowText" lastClr="000000"/>
      </a:dk1>
      <a:lt1>
        <a:srgbClr val="EEEEEE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evi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eview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