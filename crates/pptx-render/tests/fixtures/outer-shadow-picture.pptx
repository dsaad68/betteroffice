
<file path=[Content_Types].xml><?xml version="1.0" encoding="utf-8"?>
<Types xmlns="http://schemas.openxmlformats.org/package/2006/content-types">
  <Default Extension="rels" ContentType="application/vnd.openxmlformats-package.relationships+xml"/>
  <Default Extension="png" ContentType="image/png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" name="Shadowed mark"/>
          <p:cNvPicPr/>
          <p:nvPr/>
        </p:nvPicPr>
        <p:blipFill>
          <a:blip r:embed="rId2"/>
          <a:stretch>
            <a:fillRect/>
          </a:stretch>
        </p:blipFill>
        <p:spPr>
          <a:xfrm>
            <a:off x="1524000" y="1524000"/>
            <a:ext cx="2286000" cy="2286000"/>
          </a:xfrm>
          <a:prstGeom prst="rect">
            <a:avLst/>
          </a:prstGeom>
          <a:effectLst>
            <a:outerShdw blurRad="76200" dist="38100" dir="2700000" rotWithShape="0">
              <a:prstClr val="black">
                <a:alpha val="40000"/>
              </a:prstClr>
            </a:outerShdw>
          </a:effectLst>
        </p:spPr>
      </p:pic>
      <p:pic>
        <p:nvPicPr>
          <p:cNvPr id="5" name="Plain mark"/>
          <p:cNvPicPr/>
          <p:nvPr/>
        </p:nvPicPr>
        <p:blipFill>
          <a:blip r:embed="rId2"/>
          <a:stretch>
            <a:fillRect/>
          </a:stretch>
        </p:blipFill>
        <p:spPr>
          <a:xfrm>
            <a:off x="6096000" y="1524000"/>
            <a:ext cx="2286000" cy="2286000"/>
          </a:xfrm>
          <a:prstGeom prst="rect">
            <a:avLst/>
          </a:prstGeom>
        </p:spPr>
      </p:pic>
    </p:spTree>
  </p:cSld>
</p:sld>
</file>

<file path=ppt/theme/theme1.xml><?xml version="1.0" encoding="utf-8"?>
<a:theme xmlns:a="http://schemas.openxmlformats.org/drawingml/2006/main" name="Fixture">
  <a:themeElements>
    <a:clrScheme name="Fixture">
      <a:dk1>
        <a:srgbClr val="000000"/>
      </a:dk1>
      <a:lt1>
        <a:srgbClr val="FFFFFF"/>
      </a:lt1>
      <a:dk2>
        <a:srgbClr val="222222"/>
      </a:dk2>
      <a:lt2>
        <a:srgbClr val="EEEEEE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</a:themeElements>
</a:theme>
</file>